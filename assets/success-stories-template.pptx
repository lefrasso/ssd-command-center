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3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44.xml" ContentType="application/vnd.openxmlformats-officedocument.presentationml.slideLayout+xml"/>
  <Override PartName="/ppt/theme/theme3.xml" ContentType="application/vnd.openxmlformats-officedocument.theme+xml"/>
  <Override PartName="/docProps/core.xml" ContentType="application/vnd.openxmlformats-package.core-properties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89" r:id="rId6"/>
  </p:sldMasterIdLst>
  <p:sldIdLst>
    <p:sldId id="214748358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8D4"/>
    <a:srgbClr val="087A23"/>
    <a:srgbClr val="091F2E"/>
    <a:srgbClr val="000000"/>
    <a:srgbClr val="262626"/>
    <a:srgbClr val="F4FEF6"/>
    <a:srgbClr val="DBFDE3"/>
    <a:srgbClr val="FBFFFC"/>
    <a:srgbClr val="DFFDE6"/>
    <a:srgbClr val="DEE6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539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111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6" Type="http://schemas.openxmlformats.org/officeDocument/2006/relationships/slideMaster" Target="slideMasters/slideMaster3.xml"/><Relationship Id="rId28" Type="http://schemas.openxmlformats.org/officeDocument/2006/relationships/tableStyles" Target="tableStyles.xml"/><Relationship Id="rId14" Type="http://schemas.openxmlformats.org/officeDocument/2006/relationships/slide" Target="slides/slide8.xml"/><Relationship Id="rId27" Type="http://schemas.openxmlformats.org/officeDocument/2006/relationships/theme" Target="theme/theme1.xml"/></Relationships>
</file>

<file path=ppt/slideLayouts/_rels/slideLayout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04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05.png"/></Relationships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&amp; Sub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E76601C6-317B-1FB6-C335-015B3545B0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343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90D3686-D8CE-36C5-2975-271D3D9DD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rot="435749">
            <a:off x="9871265" y="-132616"/>
            <a:ext cx="2445136" cy="1812971"/>
          </a:xfrm>
          <a:custGeom>
            <a:avLst/>
            <a:gdLst>
              <a:gd name="connsiteX0" fmla="*/ 0 w 2445136"/>
              <a:gd name="connsiteY0" fmla="*/ 282159 h 1812971"/>
              <a:gd name="connsiteX1" fmla="*/ 2214096 w 2445136"/>
              <a:gd name="connsiteY1" fmla="*/ 0 h 1812971"/>
              <a:gd name="connsiteX2" fmla="*/ 2445136 w 2445136"/>
              <a:gd name="connsiteY2" fmla="*/ 1812971 h 1812971"/>
              <a:gd name="connsiteX3" fmla="*/ 0 w 2445136"/>
              <a:gd name="connsiteY3" fmla="*/ 1812971 h 1812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45136" h="1812971">
                <a:moveTo>
                  <a:pt x="0" y="282159"/>
                </a:moveTo>
                <a:lnTo>
                  <a:pt x="2214096" y="0"/>
                </a:lnTo>
                <a:lnTo>
                  <a:pt x="2445136" y="1812971"/>
                </a:lnTo>
                <a:lnTo>
                  <a:pt x="0" y="1812971"/>
                </a:lnTo>
                <a:close/>
              </a:path>
            </a:pathLst>
          </a:custGeom>
          <a:effectLst/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8A166B-84C5-8CA5-26EC-7515642FA6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9528" y="589203"/>
            <a:ext cx="11011601" cy="169277"/>
          </a:xfrm>
        </p:spPr>
        <p:txBody>
          <a:bodyPr/>
          <a:lstStyle>
            <a:lvl1pPr marL="0" indent="0">
              <a:buNone/>
              <a:defRPr sz="1100" i="1">
                <a:solidFill>
                  <a:schemeClr val="accent3">
                    <a:lumMod val="75000"/>
                  </a:schemeClr>
                </a:solidFill>
                <a:latin typeface="+mj-lt"/>
              </a:defRPr>
            </a:lvl1pPr>
            <a:lvl2pPr marL="3429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1EFE69-8DF0-0D1C-9724-C4F8B7A3B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08" y="157018"/>
            <a:ext cx="11019421" cy="369332"/>
          </a:xfrm>
        </p:spPr>
        <p:txBody>
          <a:bodyPr/>
          <a:lstStyle>
            <a:lvl1pPr>
              <a:defRPr sz="240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334983C2-E80F-63E0-57FD-06BAD5CBFFC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263" y="1077032"/>
            <a:ext cx="8853687" cy="215444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3">
                    <a:lumMod val="75000"/>
                  </a:schemeClr>
                </a:solidFill>
                <a:latin typeface="+mn-lt"/>
              </a:defRPr>
            </a:lvl1pPr>
            <a:lvl2pPr marL="342900" indent="0">
              <a:buNone/>
              <a:defRPr/>
            </a:lvl2pPr>
          </a:lstStyle>
          <a:p>
            <a:pPr lvl="0"/>
            <a:r>
              <a:rPr lang="en-US"/>
              <a:t>“Customer quote”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D4153F36-8975-88C2-83A7-DDABDAB998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553463" y="6107214"/>
            <a:ext cx="5087666" cy="161583"/>
          </a:xfrm>
        </p:spPr>
        <p:txBody>
          <a:bodyPr/>
          <a:lstStyle>
            <a:lvl1pPr marL="0" indent="0" algn="r">
              <a:buNone/>
              <a:defRPr sz="1050" b="0" i="1">
                <a:solidFill>
                  <a:schemeClr val="accent3">
                    <a:lumMod val="75000"/>
                  </a:schemeClr>
                </a:solidFill>
                <a:latin typeface="+mn-lt"/>
              </a:defRPr>
            </a:lvl1pPr>
            <a:lvl2pPr marL="342900" indent="0">
              <a:buNone/>
              <a:defRPr/>
            </a:lvl2pPr>
          </a:lstStyle>
          <a:p>
            <a:pPr lvl="0"/>
            <a:r>
              <a:rPr lang="en-US"/>
              <a:t>Key Indicators or Metrics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21E34FA8-9753-691C-5D21-AE179DB23C1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126619" y="2659601"/>
            <a:ext cx="3821897" cy="849463"/>
          </a:xfrm>
        </p:spPr>
        <p:txBody>
          <a:bodyPr/>
          <a:lstStyle>
            <a:lvl1pPr marL="176213" indent="-176213">
              <a:buFont typeface="Arial" panose="020B0604020202020204" pitchFamily="34" charset="0"/>
              <a:buChar char="•"/>
              <a:defRPr sz="1200">
                <a:solidFill>
                  <a:schemeClr val="accent3">
                    <a:lumMod val="75000"/>
                  </a:schemeClr>
                </a:solidFill>
                <a:latin typeface="+mn-lt"/>
              </a:defRPr>
            </a:lvl1pPr>
            <a:lvl2pPr marL="342900" indent="0">
              <a:buNone/>
              <a:defRPr/>
            </a:lvl2pPr>
          </a:lstStyle>
          <a:p>
            <a:pPr lvl="0"/>
            <a:r>
              <a:rPr lang="en-US"/>
              <a:t>Customer:</a:t>
            </a:r>
          </a:p>
          <a:p>
            <a:pPr lvl="0"/>
            <a:r>
              <a:rPr lang="en-US"/>
              <a:t>Industry:</a:t>
            </a:r>
          </a:p>
          <a:p>
            <a:pPr lvl="0"/>
            <a:r>
              <a:rPr lang="en-US"/>
              <a:t>Engagement</a:t>
            </a:r>
          </a:p>
          <a:p>
            <a:pPr lvl="0"/>
            <a:r>
              <a:rPr lang="en-US"/>
              <a:t>Date: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C2106DEE-03EF-4A8B-2890-2B51FE87A3A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26619" y="3894492"/>
            <a:ext cx="3821897" cy="627864"/>
          </a:xfrm>
        </p:spPr>
        <p:txBody>
          <a:bodyPr/>
          <a:lstStyle>
            <a:lvl1pPr marL="176213" indent="-176213">
              <a:buFont typeface="Arial" panose="020B0604020202020204" pitchFamily="34" charset="0"/>
              <a:buChar char="•"/>
              <a:defRPr sz="1200">
                <a:solidFill>
                  <a:schemeClr val="accent3">
                    <a:lumMod val="75000"/>
                  </a:schemeClr>
                </a:solidFill>
                <a:latin typeface="+mn-lt"/>
              </a:defRPr>
            </a:lvl1pPr>
            <a:lvl2pPr marL="342900" indent="0">
              <a:buNone/>
              <a:defRPr/>
            </a:lvl2pPr>
          </a:lstStyle>
          <a:p>
            <a:pPr lvl="0"/>
            <a:r>
              <a:rPr lang="en-US"/>
              <a:t>CSAM:</a:t>
            </a:r>
          </a:p>
          <a:p>
            <a:pPr lvl="0"/>
            <a:r>
              <a:rPr lang="en-US"/>
              <a:t>POD Lead:</a:t>
            </a:r>
          </a:p>
          <a:p>
            <a:pPr lvl="0"/>
            <a:r>
              <a:rPr lang="en-US"/>
              <a:t>Delivery Partner: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417A66E4-1CF8-0A31-0BD6-12D86B0D87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126619" y="4922562"/>
            <a:ext cx="3818537" cy="215444"/>
          </a:xfrm>
        </p:spPr>
        <p:txBody>
          <a:bodyPr/>
          <a:lstStyle>
            <a:lvl1pPr marL="176213" indent="-176213">
              <a:buFont typeface="Arial" panose="020B0604020202020204" pitchFamily="34" charset="0"/>
              <a:buChar char="•"/>
              <a:defRPr sz="1200" i="1">
                <a:solidFill>
                  <a:schemeClr val="accent3">
                    <a:lumMod val="75000"/>
                  </a:schemeClr>
                </a:solidFill>
                <a:latin typeface="+mn-lt"/>
              </a:defRPr>
            </a:lvl1pPr>
            <a:lvl2pPr marL="342900" indent="0">
              <a:buNone/>
              <a:defRPr/>
            </a:lvl2pPr>
          </a:lstStyle>
          <a:p>
            <a:pPr lvl="0"/>
            <a:r>
              <a:rPr lang="en-US"/>
              <a:t>Add key outcomes: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E6BC1E9A-FFC0-40CA-7579-D11308A7981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53079" y="2642391"/>
            <a:ext cx="4909656" cy="215445"/>
          </a:xfrm>
        </p:spPr>
        <p:txBody>
          <a:bodyPr/>
          <a:lstStyle>
            <a:lvl1pPr marL="176213" indent="-176213">
              <a:buFont typeface="Arial" panose="020B0604020202020204" pitchFamily="34" charset="0"/>
              <a:buChar char="•"/>
              <a:defRPr sz="1200">
                <a:solidFill>
                  <a:schemeClr val="accent3">
                    <a:lumMod val="75000"/>
                  </a:schemeClr>
                </a:solidFill>
                <a:latin typeface="+mn-lt"/>
              </a:defRPr>
            </a:lvl1pPr>
            <a:lvl2pPr marL="342900" indent="0">
              <a:buNone/>
              <a:defRPr/>
            </a:lvl2pPr>
          </a:lstStyle>
          <a:p>
            <a:pPr lvl="0"/>
            <a:r>
              <a:rPr lang="es-CL"/>
              <a:t>A</a:t>
            </a:r>
            <a:r>
              <a:rPr lang="en-US"/>
              <a:t>dd delivery key details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380420F0-6AB1-C1FA-B075-AE3E3ECEA17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653079" y="4822881"/>
            <a:ext cx="4909656" cy="308775"/>
          </a:xfrm>
        </p:spPr>
        <p:txBody>
          <a:bodyPr/>
          <a:lstStyle>
            <a:lvl1pPr marL="176213" indent="-176213">
              <a:buFont typeface="Arial" panose="020B0604020202020204" pitchFamily="34" charset="0"/>
              <a:buChar char="•"/>
              <a:defRPr sz="1200">
                <a:solidFill>
                  <a:schemeClr val="accent3">
                    <a:lumMod val="75000"/>
                  </a:schemeClr>
                </a:solidFill>
                <a:latin typeface="+mn-lt"/>
              </a:defRPr>
            </a:lvl1pPr>
            <a:lvl2pPr marL="342900" indent="0">
              <a:buNone/>
              <a:defRPr/>
            </a:lvl2pPr>
          </a:lstStyle>
          <a:p>
            <a:pPr lvl="0"/>
            <a:r>
              <a:rPr lang="es-CL"/>
              <a:t>A</a:t>
            </a:r>
            <a:r>
              <a:rPr lang="en-US"/>
              <a:t>dd impact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B281ACE8-62FC-4AA6-F6F9-4F276CAB0AB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23819" y="1705113"/>
            <a:ext cx="3401028" cy="215444"/>
          </a:xfrm>
        </p:spPr>
        <p:txBody>
          <a:bodyPr/>
          <a:lstStyle>
            <a:lvl1pPr marL="0" indent="0" algn="r">
              <a:buNone/>
              <a:defRPr sz="1400">
                <a:solidFill>
                  <a:schemeClr val="accent3">
                    <a:lumMod val="75000"/>
                  </a:schemeClr>
                </a:solidFill>
                <a:latin typeface="+mn-lt"/>
              </a:defRPr>
            </a:lvl1pPr>
            <a:lvl2pPr marL="342900" indent="0">
              <a:buNone/>
              <a:defRPr/>
            </a:lvl2pPr>
          </a:lstStyle>
          <a:p>
            <a:pPr lvl="0"/>
            <a:r>
              <a:rPr lang="es-CL"/>
              <a:t>A</a:t>
            </a:r>
            <a:r>
              <a:rPr lang="en-US"/>
              <a:t>dd name and role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027A886-EF91-F4A1-3AF2-F4E50C18B76F}"/>
              </a:ext>
            </a:extLst>
          </p:cNvPr>
          <p:cNvSpPr txBox="1"/>
          <p:nvPr userDrawn="1"/>
        </p:nvSpPr>
        <p:spPr>
          <a:xfrm>
            <a:off x="2126618" y="2341419"/>
            <a:ext cx="3647767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R="0" lvl="0" indent="0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 sz="1400" b="1" spc="0" baseline="0">
                <a:solidFill>
                  <a:schemeClr val="accent3">
                    <a:lumMod val="75000"/>
                  </a:schemeClr>
                </a:solidFill>
                <a:cs typeface="Segoe UI" panose="020B0502040204020203" pitchFamily="34" charset="0"/>
              </a:defRPr>
            </a:lvl1pPr>
            <a:lvl2pPr marL="342900" marR="0" indent="0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Segoe UI" panose="020B0502040204020203" pitchFamily="34" charset="0"/>
              <a:buNone/>
              <a:tabLst/>
              <a:defRPr spc="0" baseline="0"/>
            </a:lvl2pPr>
            <a:lvl3pPr marL="928688" marR="0" indent="-219075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Char char="§"/>
              <a:tabLst/>
              <a:defRPr sz="1600" spc="0" baseline="0"/>
            </a:lvl3pPr>
            <a:lvl4pPr marL="1219200" marR="0" indent="-180975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Courier New" panose="02070309020205020404" pitchFamily="49" charset="0"/>
              <a:buChar char="o"/>
              <a:tabLst/>
              <a:defRPr sz="1400" spc="0" baseline="0"/>
            </a:lvl4pPr>
            <a:lvl5pPr marL="1454150" marR="0" indent="-155575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1200" spc="0" baseline="0"/>
            </a:lvl5pPr>
            <a:lvl6pPr marL="2565040" indent="-233186" defTabSz="932742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3031412" indent="-233186" defTabSz="932742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97783" indent="-233186" defTabSz="932742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964155" indent="-233186" defTabSz="932742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/>
            <a:r>
              <a:rPr lang="en-US"/>
              <a:t>Engagement Overview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C9015D5-583A-A06B-7585-CBF2EBD69F50}"/>
              </a:ext>
            </a:extLst>
          </p:cNvPr>
          <p:cNvSpPr txBox="1"/>
          <p:nvPr userDrawn="1"/>
        </p:nvSpPr>
        <p:spPr>
          <a:xfrm>
            <a:off x="2110544" y="3584453"/>
            <a:ext cx="3837971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R="0" lvl="0" indent="0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 sz="1400" b="1" spc="0" baseline="0">
                <a:solidFill>
                  <a:schemeClr val="accent3">
                    <a:lumMod val="75000"/>
                  </a:schemeClr>
                </a:solidFill>
                <a:cs typeface="Segoe UI" panose="020B0502040204020203" pitchFamily="34" charset="0"/>
              </a:defRPr>
            </a:lvl1pPr>
            <a:lvl2pPr marL="342900" marR="0" indent="0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Segoe UI" panose="020B0502040204020203" pitchFamily="34" charset="0"/>
              <a:buNone/>
              <a:tabLst/>
              <a:defRPr spc="0" baseline="0"/>
            </a:lvl2pPr>
            <a:lvl3pPr marL="928688" marR="0" indent="-219075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Char char="§"/>
              <a:tabLst/>
              <a:defRPr sz="1600" spc="0" baseline="0"/>
            </a:lvl3pPr>
            <a:lvl4pPr marL="1219200" marR="0" indent="-180975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Courier New" panose="02070309020205020404" pitchFamily="49" charset="0"/>
              <a:buChar char="o"/>
              <a:tabLst/>
              <a:defRPr sz="1400" spc="0" baseline="0"/>
            </a:lvl4pPr>
            <a:lvl5pPr marL="1454150" marR="0" indent="-155575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1200" spc="0" baseline="0"/>
            </a:lvl5pPr>
            <a:lvl6pPr marL="2565040" indent="-233186" defTabSz="932742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3031412" indent="-233186" defTabSz="932742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97783" indent="-233186" defTabSz="932742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964155" indent="-233186" defTabSz="932742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/>
            <a:r>
              <a:rPr lang="en-US"/>
              <a:t>Delivery Team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DF5FF23-9103-5D92-00EA-AE8173E2393E}"/>
              </a:ext>
            </a:extLst>
          </p:cNvPr>
          <p:cNvSpPr txBox="1"/>
          <p:nvPr userDrawn="1"/>
        </p:nvSpPr>
        <p:spPr>
          <a:xfrm>
            <a:off x="2126618" y="4628380"/>
            <a:ext cx="3821897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R="0" lvl="0" indent="0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 sz="1400" b="1" spc="0" baseline="0">
                <a:solidFill>
                  <a:schemeClr val="accent3">
                    <a:lumMod val="75000"/>
                  </a:schemeClr>
                </a:solidFill>
                <a:cs typeface="Segoe UI" panose="020B0502040204020203" pitchFamily="34" charset="0"/>
              </a:defRPr>
            </a:lvl1pPr>
            <a:lvl2pPr marL="342900" marR="0" indent="0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Segoe UI" panose="020B0502040204020203" pitchFamily="34" charset="0"/>
              <a:buNone/>
              <a:tabLst/>
              <a:defRPr spc="0" baseline="0"/>
            </a:lvl2pPr>
            <a:lvl3pPr marL="928688" marR="0" indent="-219075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Char char="§"/>
              <a:tabLst/>
              <a:defRPr sz="1600" spc="0" baseline="0"/>
            </a:lvl3pPr>
            <a:lvl4pPr marL="1219200" marR="0" indent="-180975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Courier New" panose="02070309020205020404" pitchFamily="49" charset="0"/>
              <a:buChar char="o"/>
              <a:tabLst/>
              <a:defRPr sz="1400" spc="0" baseline="0"/>
            </a:lvl4pPr>
            <a:lvl5pPr marL="1454150" marR="0" indent="-155575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1200" spc="0" baseline="0"/>
            </a:lvl5pPr>
            <a:lvl6pPr marL="2565040" indent="-233186" defTabSz="932742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3031412" indent="-233186" defTabSz="932742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97783" indent="-233186" defTabSz="932742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964155" indent="-233186" defTabSz="932742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/>
            <a:r>
              <a:rPr lang="en-US"/>
              <a:t>Key Outcomes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BE4EA8D-5F60-DFBB-1B79-9EBFABD6AF94}"/>
              </a:ext>
            </a:extLst>
          </p:cNvPr>
          <p:cNvSpPr txBox="1"/>
          <p:nvPr userDrawn="1"/>
        </p:nvSpPr>
        <p:spPr>
          <a:xfrm>
            <a:off x="6553463" y="2341418"/>
            <a:ext cx="958382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R="0" lvl="0" indent="0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 sz="1400" b="1" spc="0" baseline="0">
                <a:solidFill>
                  <a:schemeClr val="accent3">
                    <a:lumMod val="75000"/>
                  </a:schemeClr>
                </a:solidFill>
                <a:cs typeface="Segoe UI" panose="020B0502040204020203" pitchFamily="34" charset="0"/>
              </a:defRPr>
            </a:lvl1pPr>
            <a:lvl2pPr marL="342900" marR="0" indent="0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Segoe UI" panose="020B0502040204020203" pitchFamily="34" charset="0"/>
              <a:buNone/>
              <a:tabLst/>
              <a:defRPr spc="0" baseline="0"/>
            </a:lvl2pPr>
            <a:lvl3pPr marL="928688" marR="0" indent="-219075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Char char="§"/>
              <a:tabLst/>
              <a:defRPr sz="1600" spc="0" baseline="0"/>
            </a:lvl3pPr>
            <a:lvl4pPr marL="1219200" marR="0" indent="-180975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Courier New" panose="02070309020205020404" pitchFamily="49" charset="0"/>
              <a:buChar char="o"/>
              <a:tabLst/>
              <a:defRPr sz="1400" spc="0" baseline="0"/>
            </a:lvl4pPr>
            <a:lvl5pPr marL="1454150" marR="0" indent="-155575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1200" spc="0" baseline="0"/>
            </a:lvl5pPr>
            <a:lvl6pPr marL="2565040" indent="-233186" defTabSz="932742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3031412" indent="-233186" defTabSz="932742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97783" indent="-233186" defTabSz="932742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964155" indent="-233186" defTabSz="932742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/>
            <a:r>
              <a:rPr lang="en-US" noProof="0"/>
              <a:t>Insights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74DC8DA-49E7-348D-CC3C-6AD5C830B288}"/>
              </a:ext>
            </a:extLst>
          </p:cNvPr>
          <p:cNvSpPr txBox="1"/>
          <p:nvPr userDrawn="1"/>
        </p:nvSpPr>
        <p:spPr>
          <a:xfrm>
            <a:off x="6552529" y="4520889"/>
            <a:ext cx="959316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R="0" lvl="0" indent="0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 sz="1400" b="1" spc="0" baseline="0">
                <a:solidFill>
                  <a:schemeClr val="accent3">
                    <a:lumMod val="75000"/>
                  </a:schemeClr>
                </a:solidFill>
                <a:cs typeface="Segoe UI" panose="020B0502040204020203" pitchFamily="34" charset="0"/>
              </a:defRPr>
            </a:lvl1pPr>
            <a:lvl2pPr marL="342900" marR="0" indent="0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Segoe UI" panose="020B0502040204020203" pitchFamily="34" charset="0"/>
              <a:buNone/>
              <a:tabLst/>
              <a:defRPr spc="0" baseline="0"/>
            </a:lvl2pPr>
            <a:lvl3pPr marL="928688" marR="0" indent="-219075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Char char="§"/>
              <a:tabLst/>
              <a:defRPr sz="1600" spc="0" baseline="0"/>
            </a:lvl3pPr>
            <a:lvl4pPr marL="1219200" marR="0" indent="-180975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Courier New" panose="02070309020205020404" pitchFamily="49" charset="0"/>
              <a:buChar char="o"/>
              <a:tabLst/>
              <a:defRPr sz="1400" spc="0" baseline="0"/>
            </a:lvl4pPr>
            <a:lvl5pPr marL="1454150" marR="0" indent="-155575" defTabSz="932742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1200" spc="0" baseline="0"/>
            </a:lvl5pPr>
            <a:lvl6pPr marL="2565040" indent="-233186" defTabSz="932742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3031412" indent="-233186" defTabSz="932742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97783" indent="-233186" defTabSz="932742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964155" indent="-233186" defTabSz="932742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pPr lvl="0"/>
            <a:r>
              <a:rPr lang="en-US"/>
              <a:t>Impact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C81306-ADC2-547B-6108-442FE7270D3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2252" y="2042453"/>
            <a:ext cx="1414648" cy="1868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5115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4" pos="778">
          <p15:clr>
            <a:srgbClr val="954F72"/>
          </p15:clr>
        </p15:guide>
        <p15:guide id="5" pos="962">
          <p15:clr>
            <a:srgbClr val="954F72"/>
          </p15:clr>
        </p15:guide>
        <p15:guide id="6" pos="1372">
          <p15:clr>
            <a:srgbClr val="954F72"/>
          </p15:clr>
        </p15:guide>
        <p15:guide id="7" pos="1556">
          <p15:clr>
            <a:srgbClr val="954F72"/>
          </p15:clr>
        </p15:guide>
        <p15:guide id="8" pos="1966">
          <p15:clr>
            <a:srgbClr val="954F72"/>
          </p15:clr>
        </p15:guide>
        <p15:guide id="9" pos="2150">
          <p15:clr>
            <a:srgbClr val="954F72"/>
          </p15:clr>
        </p15:guide>
        <p15:guide id="10" pos="2560">
          <p15:clr>
            <a:srgbClr val="954F72"/>
          </p15:clr>
        </p15:guide>
        <p15:guide id="11" pos="2744">
          <p15:clr>
            <a:srgbClr val="954F72"/>
          </p15:clr>
        </p15:guide>
        <p15:guide id="12" pos="3153">
          <p15:clr>
            <a:srgbClr val="954F72"/>
          </p15:clr>
        </p15:guide>
        <p15:guide id="13" pos="3338">
          <p15:clr>
            <a:srgbClr val="954F72"/>
          </p15:clr>
        </p15:guide>
        <p15:guide id="14" pos="3747">
          <p15:clr>
            <a:srgbClr val="954F72"/>
          </p15:clr>
        </p15:guide>
        <p15:guide id="15" pos="3932">
          <p15:clr>
            <a:srgbClr val="954F72"/>
          </p15:clr>
        </p15:guide>
        <p15:guide id="16" pos="4341">
          <p15:clr>
            <a:srgbClr val="954F72"/>
          </p15:clr>
        </p15:guide>
        <p15:guide id="17" pos="4526">
          <p15:clr>
            <a:srgbClr val="954F72"/>
          </p15:clr>
        </p15:guide>
        <p15:guide id="18" pos="4935">
          <p15:clr>
            <a:srgbClr val="954F72"/>
          </p15:clr>
        </p15:guide>
        <p15:guide id="19" pos="5120">
          <p15:clr>
            <a:srgbClr val="954F72"/>
          </p15:clr>
        </p15:guide>
        <p15:guide id="20" pos="5529">
          <p15:clr>
            <a:srgbClr val="954F72"/>
          </p15:clr>
        </p15:guide>
        <p15:guide id="21" pos="5713">
          <p15:clr>
            <a:srgbClr val="954F72"/>
          </p15:clr>
        </p15:guide>
        <p15:guide id="22" pos="6123">
          <p15:clr>
            <a:srgbClr val="954F72"/>
          </p15:clr>
        </p15:guide>
        <p15:guide id="23" pos="6307">
          <p15:clr>
            <a:srgbClr val="954F72"/>
          </p15:clr>
        </p15:guide>
        <p15:guide id="24" pos="6717">
          <p15:clr>
            <a:srgbClr val="954F72"/>
          </p15:clr>
        </p15:guide>
        <p15:guide id="25" pos="6901">
          <p15:clr>
            <a:srgbClr val="954F72"/>
          </p15:clr>
        </p15:guide>
        <p15:guide id="28" orient="horz" pos="4320">
          <p15:clr>
            <a:srgbClr val="954F72"/>
          </p15:clr>
        </p15:guide>
        <p15:guide id="30" orient="horz" pos="812">
          <p15:clr>
            <a:srgbClr val="954F72"/>
          </p15:clr>
        </p15:guide>
        <p15:guide id="31" orient="horz" pos="996">
          <p15:clr>
            <a:srgbClr val="954F72"/>
          </p15:clr>
        </p15:guide>
        <p15:guide id="32" orient="horz" pos="1440">
          <p15:clr>
            <a:srgbClr val="954F72"/>
          </p15:clr>
        </p15:guide>
        <p15:guide id="33" orient="horz" pos="1624">
          <p15:clr>
            <a:srgbClr val="954F72"/>
          </p15:clr>
        </p15:guide>
        <p15:guide id="34" orient="horz" pos="2067">
          <p15:clr>
            <a:srgbClr val="954F72"/>
          </p15:clr>
        </p15:guide>
        <p15:guide id="35" orient="horz" pos="2252">
          <p15:clr>
            <a:srgbClr val="954F72"/>
          </p15:clr>
        </p15:guide>
        <p15:guide id="36" orient="horz" pos="2695">
          <p15:clr>
            <a:srgbClr val="954F72"/>
          </p15:clr>
        </p15:guide>
        <p15:guide id="37" orient="horz" pos="2880">
          <p15:clr>
            <a:srgbClr val="954F72"/>
          </p15:clr>
        </p15:guide>
        <p15:guide id="38" orient="horz" pos="3323">
          <p15:clr>
            <a:srgbClr val="954F72"/>
          </p15:clr>
        </p15:guide>
        <p15:guide id="39" orient="horz" pos="3507">
          <p15:clr>
            <a:srgbClr val="954F72"/>
          </p15:clr>
        </p15:guide>
      </p15:sldGuideLst>
    </p:ext>
  </p:extLst>
</p:sldLayout>
</file>

<file path=ppt/slideMasters/_rels/slideMaster3.xml.rels><?xml version="1.0" encoding="UTF-8" standalone="yes"?><Relationships xmlns="http://schemas.openxmlformats.org/package/2006/relationships"><Relationship Id="rId55" Type="http://schemas.openxmlformats.org/officeDocument/2006/relationships/image" Target="../media/image1.svg"/><Relationship Id="rId52" Type="http://schemas.openxmlformats.org/officeDocument/2006/relationships/slideLayout" Target="../slideLayouts/slideLayout144.xml"/><Relationship Id="rId54" Type="http://schemas.openxmlformats.org/officeDocument/2006/relationships/theme" Target="../theme/theme3.xml"/></Relationships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3" y="585216"/>
            <a:ext cx="11019421" cy="49244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199" y="1591056"/>
            <a:ext cx="11015663" cy="14157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21DE6D5-FF91-85A4-E9FC-5084016E9E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5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034D0F0-1356-B489-49C5-BED56CC07CF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8288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CA" sz="10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Classified as Microsoft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519836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1" r:id="rId52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3200" b="0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000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tabLst/>
        <a:defRPr sz="20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604838" marR="0" indent="-261938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100000"/>
        <a:buFont typeface="Segoe UI" panose="020B0502040204020203" pitchFamily="34" charset="0"/>
        <a:buChar char="–"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928688" marR="0" indent="-2190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100000"/>
        <a:buFont typeface="Wingdings" panose="05000000000000000000" pitchFamily="2" charset="2"/>
        <a:buChar char="§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1219200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Courier New" panose="02070309020205020404" pitchFamily="49" charset="0"/>
        <a:buChar char="o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454150" marR="0" indent="-1555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>
          <p15:clr>
            <a:srgbClr val="A5A5A5"/>
          </p15:clr>
        </p15:guide>
        <p15:guide id="2" pos="7680">
          <p15:clr>
            <a:srgbClr val="A5A5A5"/>
          </p15:clr>
        </p15:guide>
        <p15:guide id="3" pos="186">
          <p15:clr>
            <a:srgbClr val="A5A5A5"/>
          </p15:clr>
        </p15:guide>
        <p15:guide id="26" pos="7496">
          <p15:clr>
            <a:srgbClr val="A5A5A5"/>
          </p15:clr>
        </p15:guide>
        <p15:guide id="27" orient="horz">
          <p15:clr>
            <a:srgbClr val="A5A5A5"/>
          </p15:clr>
        </p15:guide>
        <p15:guide id="28" orient="horz" pos="4320">
          <p15:clr>
            <a:srgbClr val="A5A5A5"/>
          </p15:clr>
        </p15:guide>
        <p15:guide id="29" orient="horz" pos="184">
          <p15:clr>
            <a:srgbClr val="A5A5A5"/>
          </p15:clr>
        </p15:guide>
        <p15:guide id="40" orient="horz" pos="4134">
          <p15:clr>
            <a:srgbClr val="A5A5A5"/>
          </p15:clr>
        </p15:guide>
        <p15:guide id="42" pos="365">
          <p15:clr>
            <a:srgbClr val="C35EA4"/>
          </p15:clr>
        </p15:guide>
        <p15:guide id="43" orient="horz" pos="367">
          <p15:clr>
            <a:srgbClr val="C35EA4"/>
          </p15:clr>
        </p15:guide>
        <p15:guide id="44" orient="horz" pos="3953">
          <p15:clr>
            <a:srgbClr val="C35EA4"/>
          </p15:clr>
        </p15:guide>
        <p15:guide id="45" pos="7307">
          <p15:clr>
            <a:srgbClr val="C35EA4"/>
          </p15:clr>
        </p15:guide>
      </p15:sldGuideLst>
    </p:ext>
  </p:extLst>
</p:sldMaster>
</file>

<file path=ppt/slides/_rels/slide8.xml.rels><?xml version="1.0" encoding="UTF-8" standalone="yes"?><Relationships xmlns="http://schemas.openxmlformats.org/package/2006/relationships"><Relationship Id="rId3" Type="http://schemas.openxmlformats.org/officeDocument/2006/relationships/image" Target="../media/image106.png"/><Relationship Id="rId1" Type="http://schemas.openxmlformats.org/officeDocument/2006/relationships/slideLayout" Target="../slideLayouts/slideLayout144.xml"/></Relationships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3217E7-D179-1B23-7B24-D0F2A5B7C6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Partner-led delivery driving executive trust and actionable outcomes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686EDC5-9D53-AD7F-86B1-F1AB6F243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cs typeface="Segoe UI"/>
              </a:rPr>
              <a:t>Success Program Highlight – </a:t>
            </a:r>
            <a:r>
              <a:rPr lang="en-US" i="1" u="sng" dirty="0">
                <a:cs typeface="Segoe UI"/>
              </a:rPr>
              <a:t>Family Name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2544C49-0C40-05A1-72EF-4CD4957D4AD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126619" y="2584846"/>
            <a:ext cx="3821897" cy="981807"/>
          </a:xfrm>
        </p:spPr>
        <p:txBody>
          <a:bodyPr vert="horz" wrap="square" lIns="0" tIns="0" rIns="0" bIns="0" rtlCol="0" anchor="t">
            <a:spAutoFit/>
          </a:bodyPr>
          <a:lstStyle/>
          <a:p>
            <a:pPr marL="175895" indent="-175895"/>
            <a:r>
              <a:rPr lang="en-US" sz="1100" b="1" dirty="0">
                <a:cs typeface="Segoe UI"/>
              </a:rPr>
              <a:t>Customer:</a:t>
            </a:r>
            <a:r>
              <a:rPr lang="en-US" sz="1100" dirty="0">
                <a:cs typeface="Segoe UI"/>
              </a:rPr>
              <a:t> Name of the customer</a:t>
            </a:r>
          </a:p>
          <a:p>
            <a:pPr marL="175895" indent="-175895"/>
            <a:r>
              <a:rPr lang="en-US" sz="1100" b="1" dirty="0">
                <a:cs typeface="Segoe UI"/>
              </a:rPr>
              <a:t>Region / Country</a:t>
            </a:r>
            <a:r>
              <a:rPr lang="en-US" sz="1100" dirty="0">
                <a:cs typeface="Segoe UI"/>
              </a:rPr>
              <a:t>:  </a:t>
            </a:r>
            <a:r>
              <a:rPr lang="en-US" sz="1100" i="1" dirty="0">
                <a:cs typeface="Segoe UI"/>
              </a:rPr>
              <a:t>ASIA, ATZ, EMEA</a:t>
            </a:r>
          </a:p>
          <a:p>
            <a:pPr marL="175895" indent="-175895"/>
            <a:r>
              <a:rPr lang="en-US" sz="1100" b="1" dirty="0">
                <a:cs typeface="Segoe UI"/>
              </a:rPr>
              <a:t>Industry:</a:t>
            </a:r>
            <a:r>
              <a:rPr lang="en-US" sz="1100" dirty="0">
                <a:cs typeface="Segoe UI"/>
              </a:rPr>
              <a:t> </a:t>
            </a:r>
            <a:r>
              <a:rPr lang="en-US" sz="1100" i="1" dirty="0">
                <a:cs typeface="Segoe UI"/>
              </a:rPr>
              <a:t>Financial Services / Healthcare / ….</a:t>
            </a:r>
          </a:p>
          <a:p>
            <a:pPr marL="175895" indent="-175895"/>
            <a:r>
              <a:rPr lang="en-US" sz="1100" b="1" dirty="0">
                <a:cs typeface="Segoe UI"/>
              </a:rPr>
              <a:t>Segment: </a:t>
            </a:r>
            <a:r>
              <a:rPr lang="en-US" sz="1100" dirty="0">
                <a:cs typeface="Segoe UI"/>
              </a:rPr>
              <a:t>Enterprise / Public Sector / Strategic / …</a:t>
            </a:r>
            <a:endParaRPr lang="en-US" sz="1100" b="1" dirty="0">
              <a:cs typeface="Segoe UI"/>
            </a:endParaRPr>
          </a:p>
          <a:p>
            <a:pPr marL="175895" indent="-175895"/>
            <a:r>
              <a:rPr lang="en-US" sz="1100" b="1" dirty="0">
                <a:cs typeface="Segoe UI"/>
              </a:rPr>
              <a:t>Engagement:</a:t>
            </a:r>
            <a:r>
              <a:rPr lang="en-US" sz="1100" dirty="0">
                <a:cs typeface="Segoe UI"/>
              </a:rPr>
              <a:t> </a:t>
            </a:r>
            <a:r>
              <a:rPr lang="en-US" sz="1100" b="1" dirty="0"/>
              <a:t> </a:t>
            </a:r>
            <a:r>
              <a:rPr lang="en-US" sz="1100" dirty="0"/>
              <a:t>Azure Health Event / ESA / AIR / …</a:t>
            </a:r>
            <a:endParaRPr lang="en-US" sz="1100" dirty="0">
              <a:cs typeface="Segoe UI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00F360E-CFF9-7F07-D918-7EB552E25FD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26619" y="3934849"/>
            <a:ext cx="3821897" cy="744819"/>
          </a:xfrm>
        </p:spPr>
        <p:txBody>
          <a:bodyPr vert="horz" wrap="square" lIns="0" tIns="0" rIns="0" bIns="0" rtlCol="0" anchor="t">
            <a:spAutoFit/>
          </a:bodyPr>
          <a:lstStyle/>
          <a:p>
            <a:pPr marL="175895" indent="-175895"/>
            <a:r>
              <a:rPr lang="en-US" sz="1100" b="1" dirty="0"/>
              <a:t>CSAM: </a:t>
            </a:r>
            <a:endParaRPr lang="en-US" sz="1100" dirty="0"/>
          </a:p>
          <a:p>
            <a:pPr marL="175895" indent="-175895"/>
            <a:r>
              <a:rPr lang="en-US" sz="1100" b="1" dirty="0">
                <a:cs typeface="Segoe UI"/>
              </a:rPr>
              <a:t>POD Lead:</a:t>
            </a:r>
            <a:r>
              <a:rPr lang="en-US" sz="1100" dirty="0">
                <a:cs typeface="Segoe UI"/>
              </a:rPr>
              <a:t> </a:t>
            </a:r>
            <a:r>
              <a:rPr lang="en-US" sz="1100" dirty="0"/>
              <a:t> </a:t>
            </a:r>
            <a:endParaRPr lang="en-US" sz="1100" dirty="0">
              <a:cs typeface="Segoe UI"/>
            </a:endParaRPr>
          </a:p>
          <a:p>
            <a:pPr marL="175895" indent="-175895"/>
            <a:r>
              <a:rPr lang="en-US" sz="1100" b="1" dirty="0">
                <a:cs typeface="Segoe UI"/>
              </a:rPr>
              <a:t>Delivery Partner:</a:t>
            </a:r>
            <a:r>
              <a:rPr lang="en-US" sz="1100" dirty="0">
                <a:cs typeface="Segoe UI"/>
              </a:rPr>
              <a:t> </a:t>
            </a:r>
            <a:r>
              <a:rPr lang="en-US" sz="1100" dirty="0"/>
              <a:t> </a:t>
            </a:r>
            <a:r>
              <a:rPr lang="en-US" sz="1100" i="1" u="sng" dirty="0">
                <a:cs typeface="Segoe UI"/>
              </a:rPr>
              <a:t>Name of the CSA (organization of the CSA)</a:t>
            </a:r>
            <a:endParaRPr lang="en-US" sz="1100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DBEDABE-5916-266F-C553-D21D55FE986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126619" y="4851872"/>
            <a:ext cx="4087770" cy="169277"/>
          </a:xfrm>
        </p:spPr>
        <p:txBody>
          <a:bodyPr vert="horz" wrap="square" lIns="0" tIns="0" rIns="0" bIns="0" rtlCol="0" anchor="t">
            <a:spAutoFit/>
          </a:bodyPr>
          <a:lstStyle/>
          <a:p>
            <a:pPr marL="175895" indent="-175895"/>
            <a:r>
              <a:rPr lang="en-US" sz="1100" dirty="0"/>
              <a:t>xxx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4C01EAA-A551-92D7-FF89-706D298547E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33011" y="2584791"/>
            <a:ext cx="4988050" cy="169277"/>
          </a:xfrm>
        </p:spPr>
        <p:txBody>
          <a:bodyPr vert="horz" wrap="square" lIns="0" tIns="0" rIns="0" bIns="0" rtlCol="0" anchor="t">
            <a:spAutoFit/>
          </a:bodyPr>
          <a:lstStyle/>
          <a:p>
            <a:pPr marL="175895" indent="-175895"/>
            <a:r>
              <a:rPr lang="en-US" sz="1100" dirty="0">
                <a:cs typeface="Segoe UI"/>
              </a:rPr>
              <a:t>xxx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81796AB-B994-B922-A3DA-1B6D68B4D5C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33011" y="4767178"/>
            <a:ext cx="5169464" cy="169277"/>
          </a:xfrm>
        </p:spPr>
        <p:txBody>
          <a:bodyPr vert="horz" wrap="square" lIns="0" tIns="0" rIns="0" bIns="0" rtlCol="0" anchor="t">
            <a:spAutoFit/>
          </a:bodyPr>
          <a:lstStyle/>
          <a:p>
            <a:pPr marL="175895" indent="-175895"/>
            <a:r>
              <a:rPr lang="en-US" sz="1100" dirty="0">
                <a:cs typeface="Segoe UI"/>
              </a:rPr>
              <a:t>xxx</a:t>
            </a:r>
            <a:endParaRPr lang="en-US" sz="11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3CF8F57-C3E1-DA8B-593B-4793FD141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7761" y="821333"/>
            <a:ext cx="1981477" cy="1257475"/>
          </a:xfrm>
          <a:prstGeom prst="rect">
            <a:avLst/>
          </a:prstGeom>
        </p:spPr>
      </p:pic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785DCB46-DFE1-B9F5-4377-77F45B40343F}"/>
              </a:ext>
            </a:extLst>
          </p:cNvPr>
          <p:cNvSpPr txBox="1">
            <a:spLocks/>
          </p:cNvSpPr>
          <p:nvPr/>
        </p:nvSpPr>
        <p:spPr>
          <a:xfrm>
            <a:off x="762264" y="988571"/>
            <a:ext cx="4788792" cy="18466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marL="0" marR="0" indent="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 sz="1400" kern="1200" spc="0" baseline="0">
                <a:solidFill>
                  <a:schemeClr val="accent3">
                    <a:lumMod val="75000"/>
                  </a:schemeClr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342900" marR="0" indent="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Segoe UI" panose="020B0502040204020203" pitchFamily="34" charset="0"/>
              <a:buNone/>
              <a:tabLst/>
              <a:defRPr sz="18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8688" marR="0" indent="-2190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Char char="§"/>
              <a:tabLst/>
              <a:defRPr sz="16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19200" marR="0" indent="-1809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Courier New" panose="02070309020205020404" pitchFamily="49" charset="0"/>
              <a:buChar char="o"/>
              <a:tabLst/>
              <a:defRPr sz="14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54150" marR="0" indent="-1555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12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i="1" dirty="0">
                <a:cs typeface="Segoe UI"/>
              </a:rPr>
              <a:t>“Feedback/Quote from the customer”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6B913957-BE37-0A59-688B-BEE5A40CAD4A}"/>
              </a:ext>
            </a:extLst>
          </p:cNvPr>
          <p:cNvSpPr txBox="1">
            <a:spLocks/>
          </p:cNvSpPr>
          <p:nvPr/>
        </p:nvSpPr>
        <p:spPr>
          <a:xfrm>
            <a:off x="1736978" y="1603079"/>
            <a:ext cx="3821898" cy="18466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marL="0" marR="0" indent="0" algn="r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 sz="1400" kern="1200" spc="0" baseline="0">
                <a:solidFill>
                  <a:schemeClr val="accent3">
                    <a:lumMod val="75000"/>
                  </a:schemeClr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342900" marR="0" indent="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Segoe UI" panose="020B0502040204020203" pitchFamily="34" charset="0"/>
              <a:buNone/>
              <a:tabLst/>
              <a:defRPr sz="18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8688" marR="0" indent="-2190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Char char="§"/>
              <a:tabLst/>
              <a:defRPr sz="16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19200" marR="0" indent="-1809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Courier New" panose="02070309020205020404" pitchFamily="49" charset="0"/>
              <a:buChar char="o"/>
              <a:tabLst/>
              <a:defRPr sz="14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54150" marR="0" indent="-1555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12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>
                <a:cs typeface="Segoe UI"/>
              </a:rPr>
              <a:t>— Name of customer, Role of the customer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1F86013-9BC9-5CCC-CCFD-46186E14463F}"/>
              </a:ext>
            </a:extLst>
          </p:cNvPr>
          <p:cNvSpPr txBox="1">
            <a:spLocks/>
          </p:cNvSpPr>
          <p:nvPr/>
        </p:nvSpPr>
        <p:spPr>
          <a:xfrm>
            <a:off x="6354614" y="994865"/>
            <a:ext cx="3390301" cy="18466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marL="0" marR="0" indent="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 sz="1400" kern="1200" spc="0" baseline="0">
                <a:solidFill>
                  <a:schemeClr val="accent3">
                    <a:lumMod val="75000"/>
                  </a:schemeClr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342900" marR="0" indent="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Segoe UI" panose="020B0502040204020203" pitchFamily="34" charset="0"/>
              <a:buNone/>
              <a:tabLst/>
              <a:defRPr sz="18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8688" marR="0" indent="-2190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Char char="§"/>
              <a:tabLst/>
              <a:defRPr sz="16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19200" marR="0" indent="-1809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Courier New" panose="02070309020205020404" pitchFamily="49" charset="0"/>
              <a:buChar char="o"/>
              <a:tabLst/>
              <a:defRPr sz="14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54150" marR="0" indent="-1555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12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i="1" dirty="0">
                <a:cs typeface="Segoe UI"/>
              </a:rPr>
              <a:t>“Feedback/Quote from the CSAM.”</a:t>
            </a:r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03650A96-92BD-5F49-82F9-F8A696C46309}"/>
              </a:ext>
            </a:extLst>
          </p:cNvPr>
          <p:cNvSpPr txBox="1">
            <a:spLocks/>
          </p:cNvSpPr>
          <p:nvPr/>
        </p:nvSpPr>
        <p:spPr>
          <a:xfrm>
            <a:off x="6354613" y="1676967"/>
            <a:ext cx="3390302" cy="18466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marL="0" marR="0" indent="0" algn="r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 sz="1400" kern="1200" spc="0" baseline="0">
                <a:solidFill>
                  <a:schemeClr val="accent3">
                    <a:lumMod val="75000"/>
                  </a:schemeClr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342900" marR="0" indent="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Segoe UI" panose="020B0502040204020203" pitchFamily="34" charset="0"/>
              <a:buNone/>
              <a:tabLst/>
              <a:defRPr sz="18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8688" marR="0" indent="-2190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Char char="§"/>
              <a:tabLst/>
              <a:defRPr sz="16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19200" marR="0" indent="-1809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Courier New" panose="02070309020205020404" pitchFamily="49" charset="0"/>
              <a:buChar char="o"/>
              <a:tabLst/>
              <a:defRPr sz="14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54150" marR="0" indent="-1555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12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>
                <a:cs typeface="Segoe UI"/>
              </a:rPr>
              <a:t>— Name of the CSAM, CSAM</a:t>
            </a:r>
            <a:endParaRPr lang="en-US" sz="1200" i="1" dirty="0">
              <a:cs typeface="Segoe U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82999-A369-B5AB-DA76-77503F19894E}"/>
              </a:ext>
            </a:extLst>
          </p:cNvPr>
          <p:cNvSpPr txBox="1"/>
          <p:nvPr/>
        </p:nvSpPr>
        <p:spPr>
          <a:xfrm>
            <a:off x="92364" y="6608649"/>
            <a:ext cx="835742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200" b="1" dirty="0">
                <a:solidFill>
                  <a:schemeClr val="accent3">
                    <a:lumMod val="75000"/>
                  </a:schemeClr>
                </a:solidFill>
                <a:cs typeface="Segoe UI"/>
              </a:rPr>
              <a:t>Month Year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15879B-2E17-0740-115F-3C595AA1E6BD}"/>
              </a:ext>
            </a:extLst>
          </p:cNvPr>
          <p:cNvSpPr/>
          <p:nvPr/>
        </p:nvSpPr>
        <p:spPr bwMode="auto">
          <a:xfrm>
            <a:off x="787487" y="4988782"/>
            <a:ext cx="1182128" cy="914399"/>
          </a:xfrm>
          <a:prstGeom prst="rect">
            <a:avLst/>
          </a:prstGeom>
          <a:solidFill>
            <a:srgbClr val="0078D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>
              <a:spcBef>
                <a:spcPct val="0"/>
              </a:spcBef>
              <a:spcAft>
                <a:spcPct val="0"/>
              </a:spcAft>
            </a:pPr>
            <a:r>
              <a:rPr lang="en-US" sz="1200" i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cs typeface="Segoe UI"/>
              </a:rPr>
              <a:t>Customer logo</a:t>
            </a: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994255480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GCS FY26 Dark Blue Template">
  <a:themeElements>
    <a:clrScheme name="Custom 35">
      <a:dk1>
        <a:srgbClr val="000000"/>
      </a:dk1>
      <a:lt1>
        <a:srgbClr val="FFFFFF"/>
      </a:lt1>
      <a:dk2>
        <a:srgbClr val="091F2E"/>
      </a:dk2>
      <a:lt2>
        <a:srgbClr val="FFF8F3"/>
      </a:lt2>
      <a:accent1>
        <a:srgbClr val="463668"/>
      </a:accent1>
      <a:accent2>
        <a:srgbClr val="73262F"/>
      </a:accent2>
      <a:accent3>
        <a:srgbClr val="0078D4"/>
      </a:accent3>
      <a:accent4>
        <a:srgbClr val="2A446F"/>
      </a:accent4>
      <a:accent5>
        <a:srgbClr val="225B62"/>
      </a:accent5>
      <a:accent6>
        <a:srgbClr val="07641D"/>
      </a:accent6>
      <a:hlink>
        <a:srgbClr val="0077D3"/>
      </a:hlink>
      <a:folHlink>
        <a:srgbClr val="0077D3"/>
      </a:folHlink>
    </a:clrScheme>
    <a:fontScheme name="Custom 3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bg1">
              <a:lumMod val="6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custClrLst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Light Brown">
      <a:srgbClr val="E1D3C7"/>
    </a:custClr>
    <a:custClr name="Brown">
      <a:srgbClr val="BF9474"/>
    </a:custClr>
    <a:custClr name="Dark Brown">
      <a:srgbClr val="5C4738"/>
    </a:custClr>
    <a:custClr name="Light Yellow">
      <a:srgbClr val="FFE399"/>
    </a:custClr>
    <a:custClr name="Yellow">
      <a:srgbClr val="FFB900"/>
    </a:custClr>
    <a:custClr name="Dark Yellow">
      <a:srgbClr val="7F5A1A"/>
    </a:custClr>
    <a:custClr name="Light Orange">
      <a:srgbClr val="FFA38B"/>
    </a:custClr>
    <a:custClr name="Orange">
      <a:srgbClr val="FF5C39"/>
    </a:custClr>
    <a:custClr name="Dark Orange">
      <a:srgbClr val="73391D"/>
    </a:custClr>
    <a:custClr name="Light Red">
      <a:srgbClr val="FFB3BB"/>
    </a:custClr>
    <a:custClr name="Red">
      <a:srgbClr val="F4364C"/>
    </a:custClr>
    <a:custClr name="Dark Red">
      <a:srgbClr val="73262F"/>
    </a:custClr>
    <a:custClr name="Light Magenta">
      <a:srgbClr val="D59ED7"/>
    </a:custClr>
    <a:custClr name="Magenta">
      <a:srgbClr val="C03BC4"/>
    </a:custClr>
    <a:custClr name="Dark Magenta">
      <a:srgbClr val="702573"/>
    </a:custClr>
    <a:custClr name="Light Purple">
      <a:srgbClr val="C5B4E3"/>
    </a:custClr>
    <a:custClr name="Purple">
      <a:srgbClr val="8661C5"/>
    </a:custClr>
    <a:custClr name="Dark Purple">
      <a:srgbClr val="463668"/>
    </a:custClr>
    <a:custClr name="Light Blue">
      <a:srgbClr val="8DC8E8"/>
    </a:custClr>
    <a:custClr name="Blue">
      <a:srgbClr val="0078D4"/>
    </a:custClr>
    <a:custClr name="Dark Blue">
      <a:srgbClr val="2A446F"/>
    </a:custClr>
    <a:custClr name="Light Teal">
      <a:srgbClr val="B9DCD2"/>
    </a:custClr>
    <a:custClr name="Teal">
      <a:srgbClr val="49C5B1"/>
    </a:custClr>
    <a:custClr name="Dark Teal">
      <a:srgbClr val="225B62"/>
    </a:custClr>
    <a:custClr name="Light Green">
      <a:srgbClr val="D4EC8E"/>
    </a:custClr>
    <a:custClr name="Green">
      <a:srgbClr val="8DE971"/>
    </a:custClr>
    <a:custClr name="Dark Green">
      <a:srgbClr val="07641D"/>
    </a:custClr>
    <a:custClr name="Blue Black">
      <a:srgbClr val="091F2C"/>
    </a:custClr>
    <a:custClr name="Pure Black">
      <a:srgbClr val="000000"/>
    </a:custClr>
    <a:custClr name="Brown Black">
      <a:srgbClr val="291817"/>
    </a:custClr>
  </a:custClrLst>
  <a:extLst>
    <a:ext uri="{05A4C25C-085E-4340-85A3-A5531E510DB2}">
      <thm15:themeFamily xmlns:thm15="http://schemas.microsoft.com/office/thememl/2012/main" name="GCS FY26 Template Dark Blue" id="{B061EB07-6E8A-499B-B814-C3107203F501}" vid="{9FA9A677-0C6C-4A2E-B8E1-A5E0291D2329}"/>
    </a:ext>
  </a:extLst>
</a:theme>
</file>

<file path=ppt/theme/theme3.xml><?xml version="1.0" encoding="utf-8"?>
<a:theme xmlns:a="http://schemas.openxmlformats.org/drawingml/2006/main" name="GCS FY26 White &amp; Black Template">
  <a:themeElements>
    <a:clrScheme name="Custom 35">
      <a:dk1>
        <a:srgbClr val="000000"/>
      </a:dk1>
      <a:lt1>
        <a:srgbClr val="FFFFFF"/>
      </a:lt1>
      <a:dk2>
        <a:srgbClr val="091F2E"/>
      </a:dk2>
      <a:lt2>
        <a:srgbClr val="FFF8F3"/>
      </a:lt2>
      <a:accent1>
        <a:srgbClr val="463668"/>
      </a:accent1>
      <a:accent2>
        <a:srgbClr val="73262F"/>
      </a:accent2>
      <a:accent3>
        <a:srgbClr val="0078D4"/>
      </a:accent3>
      <a:accent4>
        <a:srgbClr val="2A446F"/>
      </a:accent4>
      <a:accent5>
        <a:srgbClr val="225B62"/>
      </a:accent5>
      <a:accent6>
        <a:srgbClr val="07641D"/>
      </a:accent6>
      <a:hlink>
        <a:srgbClr val="0077D3"/>
      </a:hlink>
      <a:folHlink>
        <a:srgbClr val="0077D3"/>
      </a:folHlink>
    </a:clrScheme>
    <a:fontScheme name="Custom 3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bg1">
              <a:lumMod val="6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1600" dirty="0" smtClean="0"/>
        </a:defPPr>
      </a:lstStyle>
    </a:txDef>
  </a:objectDefaults>
  <a:extraClrSchemeLst/>
  <a:custClrLst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Light Brown">
      <a:srgbClr val="E1D3C7"/>
    </a:custClr>
    <a:custClr name="Brown">
      <a:srgbClr val="BF9474"/>
    </a:custClr>
    <a:custClr name="Dark Brown">
      <a:srgbClr val="5C4738"/>
    </a:custClr>
    <a:custClr name="Light Yellow">
      <a:srgbClr val="FFE399"/>
    </a:custClr>
    <a:custClr name="Yellow">
      <a:srgbClr val="FFB900"/>
    </a:custClr>
    <a:custClr name="Dark Yellow">
      <a:srgbClr val="7F5A1A"/>
    </a:custClr>
    <a:custClr name="Light Orange">
      <a:srgbClr val="FFA38B"/>
    </a:custClr>
    <a:custClr name="Orange">
      <a:srgbClr val="FF5C39"/>
    </a:custClr>
    <a:custClr name="Dark Orange">
      <a:srgbClr val="73391D"/>
    </a:custClr>
    <a:custClr name="Light Red">
      <a:srgbClr val="FFB3BB"/>
    </a:custClr>
    <a:custClr name="Red">
      <a:srgbClr val="F4364C"/>
    </a:custClr>
    <a:custClr name="Dark Red">
      <a:srgbClr val="73262F"/>
    </a:custClr>
    <a:custClr name="Light Magenta">
      <a:srgbClr val="D59ED7"/>
    </a:custClr>
    <a:custClr name="Magenta">
      <a:srgbClr val="C03BC4"/>
    </a:custClr>
    <a:custClr name="Dark Magenta">
      <a:srgbClr val="702573"/>
    </a:custClr>
    <a:custClr name="Light Purple">
      <a:srgbClr val="C5B4E3"/>
    </a:custClr>
    <a:custClr name="Purple">
      <a:srgbClr val="8661C5"/>
    </a:custClr>
    <a:custClr name="Dark Purple">
      <a:srgbClr val="463668"/>
    </a:custClr>
    <a:custClr name="Light Blue">
      <a:srgbClr val="8DC8E8"/>
    </a:custClr>
    <a:custClr name="Blue">
      <a:srgbClr val="0078D4"/>
    </a:custClr>
    <a:custClr name="Dark Blue">
      <a:srgbClr val="2A446F"/>
    </a:custClr>
    <a:custClr name="Light Teal">
      <a:srgbClr val="B9DCD2"/>
    </a:custClr>
    <a:custClr name="Teal">
      <a:srgbClr val="49C5B1"/>
    </a:custClr>
    <a:custClr name="Dark Teal">
      <a:srgbClr val="225B62"/>
    </a:custClr>
    <a:custClr name="Light Green">
      <a:srgbClr val="D4EC8E"/>
    </a:custClr>
    <a:custClr name="Green">
      <a:srgbClr val="8DE971"/>
    </a:custClr>
    <a:custClr name="Dark Green">
      <a:srgbClr val="07641D"/>
    </a:custClr>
    <a:custClr name="Blue Black">
      <a:srgbClr val="091F2C"/>
    </a:custClr>
    <a:custClr name="Pure Black">
      <a:srgbClr val="000000"/>
    </a:custClr>
    <a:custClr name="Brown Black">
      <a:srgbClr val="291817"/>
    </a:custClr>
  </a:custClrLst>
  <a:extLst>
    <a:ext uri="{05A4C25C-085E-4340-85A3-A5531E510DB2}">
      <thm15:themeFamily xmlns:thm15="http://schemas.microsoft.com/office/thememl/2012/main" name="GCS FY26 Template White" id="{D00DB20E-C275-46D9-A15E-D3169BDE1B15}" vid="{9DEBACB0-B0B7-4050-80B8-86901CA6B289}"/>
    </a:ext>
  </a:extLst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Ueffing</dc:creator>
  <cp:lastModifiedBy>Leandro Frasso</cp:lastModifiedBy>
  <cp:revision>4</cp:revision>
  <dcterms:created xsi:type="dcterms:W3CDTF">2025-10-29T14:51:09Z</dcterms:created>
  <dcterms:modified xsi:type="dcterms:W3CDTF">2026-08-17T10:52:51Z</dcterms:modified>
</cp:coreProperties>
</file>